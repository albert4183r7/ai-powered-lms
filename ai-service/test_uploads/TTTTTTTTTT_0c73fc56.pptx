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PPPPPPPPPP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obj1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TTTTTTTTTT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DDDDDDDDDDDDDDDDDDDD.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 of Lesson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